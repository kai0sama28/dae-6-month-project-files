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8778240" y="-1097280"/>
            <a:ext cx="4754880" cy="4754880"/>
          </a:xfrm>
          <a:prstGeom prst="roundRect">
            <a:avLst>
              <a:gd name="adj" fmla="val 7692"/>
            </a:avLst>
          </a:prstGeom>
          <a:solidFill>
            <a:srgbClr val="24316E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4206240"/>
            <a:ext cx="2743200" cy="2743200"/>
          </a:xfrm>
          <a:prstGeom prst="ellipse">
            <a:avLst/>
          </a:prstGeom>
          <a:solidFill>
            <a:srgbClr val="24316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9659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REPORT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377440"/>
            <a:ext cx="8686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Cybersecurity &amp; Network Security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Coursework — Weekly Progress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9776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14 – 17, 2026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4617720"/>
            <a:ext cx="2011680" cy="0"/>
          </a:xfrm>
          <a:prstGeom prst="line">
            <a:avLst/>
          </a:prstGeom>
          <a:noFill/>
          <a:ln w="31750">
            <a:solidFill>
              <a:srgbClr val="3DDC9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484632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 methodology  •  SOC operations &amp; SIEM  •  Network security module (7/7 rubric items complete)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Accomplished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15 – 17, 2026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611880" cy="4846320"/>
          </a:xfrm>
          <a:prstGeom prst="roundRect">
            <a:avLst>
              <a:gd name="adj" fmla="val 2025"/>
            </a:avLst>
          </a:prstGeom>
          <a:solidFill>
            <a:srgbClr val="F4F6FB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9164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6916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15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24028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Incident Response Methodology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4495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C8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MODULE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22960" y="3383280"/>
            <a:ext cx="3063240" cy="0"/>
          </a:xfrm>
          <a:prstGeom prst="line">
            <a:avLst/>
          </a:prstGeom>
          <a:noFill/>
          <a:ln w="12700">
            <a:solidFill>
              <a:srgbClr val="D6DC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474720"/>
            <a:ext cx="30632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brute-force / T1110 runbook covering detection through containment</a:t>
            </a:r>
            <a:endParaRPr lang="en-US" sz="1050" dirty="0"/>
          </a:p>
          <a:p>
            <a:pPr marL="152400" indent="-1524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TheHive case management workflow for tracking and documenting cases</a:t>
            </a:r>
            <a:endParaRPr lang="en-US" sz="1050" dirty="0"/>
          </a:p>
          <a:p>
            <a:pPr marL="152400" indent="-1524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escalation criteria and severity thresholds</a:t>
            </a:r>
            <a:endParaRPr lang="en-US" sz="1050" dirty="0"/>
          </a:p>
          <a:p>
            <a:pPr marL="152400" indent="-1524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completed IR template applied to the lab scenario end-to-end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480560" y="1417320"/>
            <a:ext cx="3611880" cy="4846320"/>
          </a:xfrm>
          <a:prstGeom prst="roundRect">
            <a:avLst>
              <a:gd name="adj" fmla="val 2025"/>
            </a:avLst>
          </a:prstGeom>
          <a:solidFill>
            <a:srgbClr val="F4F6FB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169164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754880" y="16916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16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224028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 Operations + SIEM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754880" y="304495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C8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MODULE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3383280"/>
            <a:ext cx="3063240" cy="0"/>
          </a:xfrm>
          <a:prstGeom prst="line">
            <a:avLst/>
          </a:prstGeom>
          <a:noFill/>
          <a:ln w="12700">
            <a:solidFill>
              <a:srgbClr val="D6DC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754880" y="3474720"/>
            <a:ext cx="30632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SOC_Operations.md: SOC toolset (SIEM, ticketing, monitoring) plus Mermaid diagrams for alert-handling and escalation workflows</a:t>
            </a:r>
            <a:endParaRPr lang="en-US" sz="1050" dirty="0"/>
          </a:p>
          <a:p>
            <a:pPr marL="152400" indent="-1524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Shift-handover procedures and step-by-step incident-handling process</a:t>
            </a:r>
            <a:endParaRPr lang="en-US" sz="1050" dirty="0"/>
          </a:p>
          <a:p>
            <a:pPr marL="152400" indent="-1524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SIEM_Implementation.md: Wazuh 4.14.7 architecture and data-flow design</a:t>
            </a:r>
            <a:endParaRPr lang="en-US" sz="1050" dirty="0"/>
          </a:p>
          <a:p>
            <a:pPr marL="152400" indent="-1524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rule 100010 documented element-by-element across 3 log sources, with notification config</a:t>
            </a:r>
            <a:endParaRPr lang="en-US" sz="1050" dirty="0"/>
          </a:p>
          <a:p>
            <a:pPr marL="152400" indent="-1524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docs committed to the repo (tree clean at the time)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412480" y="1417320"/>
            <a:ext cx="3611880" cy="4846320"/>
          </a:xfrm>
          <a:prstGeom prst="roundRect">
            <a:avLst>
              <a:gd name="adj" fmla="val 2025"/>
            </a:avLst>
          </a:prstGeom>
          <a:solidFill>
            <a:srgbClr val="F4F6FB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86800" y="169164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86800" y="16916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17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686800" y="224028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Security Module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8686800" y="304495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C8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7/7 RUBRIC ITEMS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686800" y="3383280"/>
            <a:ext cx="3063240" cy="0"/>
          </a:xfrm>
          <a:prstGeom prst="line">
            <a:avLst/>
          </a:prstGeom>
          <a:noFill/>
          <a:ln w="12700">
            <a:solidFill>
              <a:srgbClr val="D6DCE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686800" y="3474720"/>
            <a:ext cx="30632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SOC-CASE-2026-0142 (SSH brute-force) response</a:t>
            </a:r>
            <a:endParaRPr lang="en-US" sz="1050" dirty="0"/>
          </a:p>
          <a:p>
            <a:pPr marL="152400" indent="-1524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Topology, OSI/TCP-IP mapping, subnetting worksheet</a:t>
            </a:r>
            <a:endParaRPr lang="en-US" sz="1050" dirty="0"/>
          </a:p>
          <a:p>
            <a:pPr marL="152400" indent="-1524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Wireshark, Nmap NSE, Hydra tool reports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Housekeeping &amp; Next Steps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4114800" cy="182880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25880"/>
            <a:ext cx="411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/ 7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28600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network_security_1 rubric items now have deliverables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(up from 4/7 before this week)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3375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HOUSEKEEPING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675888"/>
            <a:ext cx="4114800" cy="0"/>
          </a:xfrm>
          <a:prstGeom prst="line">
            <a:avLst/>
          </a:prstGeom>
          <a:noFill/>
          <a:ln w="12700">
            <a:solidFill>
              <a:srgbClr val="D6DC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3794760"/>
            <a:ext cx="4114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folders reorganized — SOC docs → security_operations_center_1/, policy/IR docs → cybersecurity_basics_1/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15–16 docs committed to repo (tree clean at the time); reorg still un-staged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12344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ITEMS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583680" y="1572768"/>
            <a:ext cx="5029200" cy="0"/>
          </a:xfrm>
          <a:prstGeom prst="line">
            <a:avLst/>
          </a:prstGeom>
          <a:noFill/>
          <a:ln w="12700">
            <a:solidFill>
              <a:srgbClr val="D6DC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1837944"/>
            <a:ext cx="201168" cy="201168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949440" y="17830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screenshots/log values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949440" y="2130552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live consoles: Wazuh, Wireshark, Nmap, Hydra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583680" y="2889504"/>
            <a:ext cx="201168" cy="201168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949440" y="28346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add/commit pending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949440" y="3182112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 reorganization and new documents not yet staged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583680" y="3941064"/>
            <a:ext cx="201168" cy="201168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949440" y="38862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Capstone: weeks 1–4 committed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949440" y="4233672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 is weeks 5–7 — LangGraph supervisor agent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Tooling Note: OpenCode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terminal agent used to draft this week's documentation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120640" cy="4709160"/>
          </a:xfrm>
          <a:prstGeom prst="roundRect">
            <a:avLst>
              <a:gd name="adj" fmla="val 1942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6916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01168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OpenCode is an open-source, terminal-based AI coding agent (MIT licensed). It runs locally, reads and edits files, runs shell commands, and works through multi-step tasks directly against a project's codebase and file tree.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68680" y="3429000"/>
            <a:ext cx="4480560" cy="0"/>
          </a:xfrm>
          <a:prstGeom prst="line">
            <a:avLst/>
          </a:prstGeom>
          <a:noFill/>
          <a:ln w="12700">
            <a:solidFill>
              <a:srgbClr val="3B469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36118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WAS USED HERE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913632"/>
            <a:ext cx="4480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in the project's file tree (e.g. the Kai-DAE 6-Month Project Files directory) were used to draft, organize, and commit this week's methodology, SOC, and network security documents — with each session logged and resumable by ID.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35040" y="1508760"/>
            <a:ext cx="457200" cy="457200"/>
          </a:xfrm>
          <a:prstGeom prst="ellipse">
            <a:avLst/>
          </a:prstGeom>
          <a:solidFill>
            <a:srgbClr val="EAF9F1"/>
          </a:solidFill>
          <a:ln w="15875">
            <a:solidFill>
              <a:srgbClr val="3DDC9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03504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8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6720840" y="14630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Model-agnostic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720840" y="182880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to 75+ providers/models rather than locking into one vendor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2606040"/>
            <a:ext cx="457200" cy="457200"/>
          </a:xfrm>
          <a:prstGeom prst="ellipse">
            <a:avLst/>
          </a:prstGeom>
          <a:solidFill>
            <a:srgbClr val="EAF9F1"/>
          </a:solidFill>
          <a:ln w="15875">
            <a:solidFill>
              <a:srgbClr val="3DDC9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03504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8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720840" y="25603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Editor-agnostic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720840" y="292608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agent usable from terminal, desktop app, or IDE extension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35040" y="3703320"/>
            <a:ext cx="457200" cy="457200"/>
          </a:xfrm>
          <a:prstGeom prst="ellipse">
            <a:avLst/>
          </a:prstGeom>
          <a:solidFill>
            <a:srgbClr val="EAF9F1"/>
          </a:solidFill>
          <a:ln w="15875">
            <a:solidFill>
              <a:srgbClr val="3DDC9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03504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8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6720840" y="36576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Local, session-based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720840" y="402336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on-device; each run is a resumable, named session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035040" y="4800600"/>
            <a:ext cx="457200" cy="457200"/>
          </a:xfrm>
          <a:prstGeom prst="ellipse">
            <a:avLst/>
          </a:prstGeom>
          <a:solidFill>
            <a:srgbClr val="EAF9F1"/>
          </a:solidFill>
          <a:ln w="15875">
            <a:solidFill>
              <a:srgbClr val="3DDC9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035040" y="4800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8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6720840" y="47548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agent harness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720840" y="512064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Reads/edits files and runs commands — not just a chat window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2026-09-17T16:46:55Z</dcterms:created>
  <dcterms:modified xsi:type="dcterms:W3CDTF">2026-09-17T16:46:55Z</dcterms:modified>
</cp:coreProperties>
</file>